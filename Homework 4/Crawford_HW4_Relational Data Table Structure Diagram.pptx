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467D7-D07B-44AE-90DB-90BDC2674E99}" v="12" dt="2024-12-19T21:49:26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dall Crawford" userId="111e22fa2303af6a" providerId="LiveId" clId="{732467D7-D07B-44AE-90DB-90BDC2674E99}"/>
    <pc:docChg chg="modSld">
      <pc:chgData name="Randall Crawford" userId="111e22fa2303af6a" providerId="LiveId" clId="{732467D7-D07B-44AE-90DB-90BDC2674E99}" dt="2024-12-19T21:51:15.922" v="137" actId="242"/>
      <pc:docMkLst>
        <pc:docMk/>
      </pc:docMkLst>
      <pc:sldChg chg="modSp mod">
        <pc:chgData name="Randall Crawford" userId="111e22fa2303af6a" providerId="LiveId" clId="{732467D7-D07B-44AE-90DB-90BDC2674E99}" dt="2024-12-19T21:51:15.922" v="137" actId="242"/>
        <pc:sldMkLst>
          <pc:docMk/>
          <pc:sldMk cId="1238829326" sldId="257"/>
        </pc:sldMkLst>
        <pc:spChg chg="mod">
          <ac:chgData name="Randall Crawford" userId="111e22fa2303af6a" providerId="LiveId" clId="{732467D7-D07B-44AE-90DB-90BDC2674E99}" dt="2024-12-19T21:50:14.738" v="131" actId="242"/>
          <ac:spMkLst>
            <pc:docMk/>
            <pc:sldMk cId="1238829326" sldId="257"/>
            <ac:spMk id="3" creationId="{B6F603E8-E17A-A967-2CC6-1896080F4E68}"/>
          </ac:spMkLst>
        </pc:spChg>
        <pc:spChg chg="mod">
          <ac:chgData name="Randall Crawford" userId="111e22fa2303af6a" providerId="LiveId" clId="{732467D7-D07B-44AE-90DB-90BDC2674E99}" dt="2024-12-19T21:50:43.233" v="133" actId="242"/>
          <ac:spMkLst>
            <pc:docMk/>
            <pc:sldMk cId="1238829326" sldId="257"/>
            <ac:spMk id="4" creationId="{2BC23E5A-57C8-C915-90A9-4D123ABEBF44}"/>
          </ac:spMkLst>
        </pc:spChg>
        <pc:spChg chg="mod">
          <ac:chgData name="Randall Crawford" userId="111e22fa2303af6a" providerId="LiveId" clId="{732467D7-D07B-44AE-90DB-90BDC2674E99}" dt="2024-12-19T21:50:04.527" v="130" actId="242"/>
          <ac:spMkLst>
            <pc:docMk/>
            <pc:sldMk cId="1238829326" sldId="257"/>
            <ac:spMk id="5" creationId="{63E89F30-05FC-49F1-6BB2-19CF1B45F1EA}"/>
          </ac:spMkLst>
        </pc:spChg>
        <pc:spChg chg="mod">
          <ac:chgData name="Randall Crawford" userId="111e22fa2303af6a" providerId="LiveId" clId="{732467D7-D07B-44AE-90DB-90BDC2674E99}" dt="2024-12-19T21:51:15.922" v="137" actId="242"/>
          <ac:spMkLst>
            <pc:docMk/>
            <pc:sldMk cId="1238829326" sldId="257"/>
            <ac:spMk id="6" creationId="{14A67144-9491-97D9-129F-6E445289362A}"/>
          </ac:spMkLst>
        </pc:spChg>
        <pc:spChg chg="mod">
          <ac:chgData name="Randall Crawford" userId="111e22fa2303af6a" providerId="LiveId" clId="{732467D7-D07B-44AE-90DB-90BDC2674E99}" dt="2024-12-19T21:51:08.804" v="136" actId="242"/>
          <ac:spMkLst>
            <pc:docMk/>
            <pc:sldMk cId="1238829326" sldId="257"/>
            <ac:spMk id="7" creationId="{9816C523-F02A-61CE-ABCC-5A5C16E23FD9}"/>
          </ac:spMkLst>
        </pc:spChg>
        <pc:spChg chg="mod">
          <ac:chgData name="Randall Crawford" userId="111e22fa2303af6a" providerId="LiveId" clId="{732467D7-D07B-44AE-90DB-90BDC2674E99}" dt="2024-12-19T21:51:01.671" v="135" actId="242"/>
          <ac:spMkLst>
            <pc:docMk/>
            <pc:sldMk cId="1238829326" sldId="257"/>
            <ac:spMk id="8" creationId="{67DA88C2-5CF9-D608-73AE-0917722BBEDB}"/>
          </ac:spMkLst>
        </pc:spChg>
        <pc:spChg chg="mod">
          <ac:chgData name="Randall Crawford" userId="111e22fa2303af6a" providerId="LiveId" clId="{732467D7-D07B-44AE-90DB-90BDC2674E99}" dt="2024-12-19T21:50:51.188" v="134" actId="242"/>
          <ac:spMkLst>
            <pc:docMk/>
            <pc:sldMk cId="1238829326" sldId="257"/>
            <ac:spMk id="9" creationId="{70945F02-07FF-EA00-4632-9B876F701877}"/>
          </ac:spMkLst>
        </pc:spChg>
        <pc:spChg chg="mod">
          <ac:chgData name="Randall Crawford" userId="111e22fa2303af6a" providerId="LiveId" clId="{732467D7-D07B-44AE-90DB-90BDC2674E99}" dt="2024-12-19T21:50:36.244" v="132" actId="242"/>
          <ac:spMkLst>
            <pc:docMk/>
            <pc:sldMk cId="1238829326" sldId="257"/>
            <ac:spMk id="38" creationId="{91A2FDDD-410B-F7C3-E521-E1B699C44EB8}"/>
          </ac:spMkLst>
        </pc:spChg>
        <pc:cxnChg chg="mod">
          <ac:chgData name="Randall Crawford" userId="111e22fa2303af6a" providerId="LiveId" clId="{732467D7-D07B-44AE-90DB-90BDC2674E99}" dt="2024-12-19T05:01:28.503" v="0" actId="1076"/>
          <ac:cxnSpMkLst>
            <pc:docMk/>
            <pc:sldMk cId="1238829326" sldId="257"/>
            <ac:cxnSpMk id="28" creationId="{78C00F6E-16AB-42D2-1F11-3244F5071525}"/>
          </ac:cxnSpMkLst>
        </pc:cxnChg>
        <pc:cxnChg chg="mod">
          <ac:chgData name="Randall Crawford" userId="111e22fa2303af6a" providerId="LiveId" clId="{732467D7-D07B-44AE-90DB-90BDC2674E99}" dt="2024-12-19T05:01:36.348" v="1" actId="14100"/>
          <ac:cxnSpMkLst>
            <pc:docMk/>
            <pc:sldMk cId="1238829326" sldId="257"/>
            <ac:cxnSpMk id="31" creationId="{8070E632-0535-62EF-A0B1-C0850407195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3C74-E4B1-639E-6BFD-1A2B596A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DFAC8-E354-A912-FBBC-BC1927A2C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991E0-140A-EBB8-10B8-5E486342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63B5-C337-0666-158C-5635E71B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2C96-B66D-3A69-058F-5EEA083A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0500-C909-572F-CE2E-DBAD409B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CD76-10AE-3E50-BD2B-366CC8D6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77040-49B2-8CA7-0D02-7FA6EBD3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381A-F1CE-B68B-4C09-D570F1B4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14EA3-E1A7-9A23-56C2-99DA8B3A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5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D476-1B53-3AA0-7A7A-E4D673E8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BE2E8-38D8-3963-AF4C-587EB99F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9C90B-668F-938A-F448-BFDF3692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270DC-9249-0008-CAB9-19F985CB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C0039-F75F-5414-CD4D-42FC5842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AAF2-0950-1A7D-4B15-F944DD6F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7FCF-9CAD-75EE-72C4-6FBA3660E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D093F-9B75-0833-3927-FAE851D18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0B227-AEA6-A374-0DFD-A3347B64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F91F3-F6D0-8720-0323-F8C048EE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1DDED-B01D-8F7D-27DE-14E53D12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1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DFFB-9F46-6B84-341D-0ACADCE5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FAFB2-EE65-4FC6-89B4-D91329DF1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D334C-AB49-B560-DCBC-FD927D603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85171-86A4-1654-BBF9-76FE311C3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9EAC0-03B5-A24A-3D22-6FB56B341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03915-4BE9-D1AF-9AE7-1FFE5B46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6224B-D97C-8917-6D64-D3A51622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01508-46C0-04FC-E149-4345890B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1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9E9E-229D-42C3-7B82-708C009C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8B324-8D06-A067-8D7D-292E3E39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E36BA-A335-33FB-914E-25697C26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809D9-3412-5076-6D54-26370A5F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6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70012-B5A3-8813-6894-91B3B42B9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1E527-BD62-6A86-6CEA-54435FCD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E251-7462-F868-A46D-404D0CE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7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1CF3-4139-DA6C-0DE5-22EB9D6C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ACE0-FFAC-7BED-82CA-6DF6FBB0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FF5BC-2D33-1252-32BA-EE69021D9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7E74F-CF56-9A0B-3400-35BFD0EB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F2E26-1295-61F7-C4B7-083F4880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7B02E-A583-E193-67FC-9D50FBB7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3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2FC3-2839-D23E-4C49-EBF4903D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FA123-15AB-A4C0-BB4D-9EAC65CD7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A3706-9CCC-A6F6-8E13-DE411C695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FD56A-AD86-C9E3-D8A5-7DC0F58B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EA266-AE5F-B903-A70E-87AA3A19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03B19-610F-B3C7-7A30-79DDB385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3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995D-8F0A-C087-A0D0-8346F372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5E251-C8F7-4CCB-211E-92862CF6A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F1F22-3EA2-F1BD-4F60-E0546C93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D7BD4-0ED7-7C4D-BCCD-F9A3E877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9E84-52E8-0AC1-E5E6-7BDEAB44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7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67DC9-7734-E8BB-ECAF-25BFDC78C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A9F15-9781-F2AB-14E7-97D59122A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F5D0-7E23-24E7-1192-D5A12C3C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29ADE-6A16-79D9-2803-C201026F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D3B6D-6DB8-F167-90BC-364CC72D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6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A1C60-C648-95A2-242C-AC0BBD6B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72865-A0A2-89D7-CB44-92BD44EA1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5AC6-02D9-D86B-CBB6-D84876505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4F79B-6A39-4B2E-A276-2536C6ED095B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4A713-8063-0E4C-C215-A37B802E1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21031-90DA-127B-0C5B-E80D06F7F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BA718-90CD-45E8-A3B2-CB3D8A8DC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0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4873-A287-9506-7121-8B41C7D20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  <a:solidFill>
            <a:srgbClr val="92D050"/>
          </a:solidFill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Table Structure Diagram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Of Fortune Files)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603E8-E17A-A967-2CC6-1896080F4E68}"/>
              </a:ext>
            </a:extLst>
          </p:cNvPr>
          <p:cNvSpPr/>
          <p:nvPr/>
        </p:nvSpPr>
        <p:spPr>
          <a:xfrm>
            <a:off x="5169546" y="3067049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fortune_attrition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employee_no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num&gt;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Variables, n=262)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23E5A-57C8-C915-90A9-4D123ABEBF44}"/>
              </a:ext>
            </a:extLst>
          </p:cNvPr>
          <p:cNvSpPr/>
          <p:nvPr/>
        </p:nvSpPr>
        <p:spPr>
          <a:xfrm>
            <a:off x="5184417" y="4972834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fortune_survey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employee_no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 num&gt;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(16 Variables, n=1,470)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E89F30-05FC-49F1-6BB2-19CF1B45F1EA}"/>
              </a:ext>
            </a:extLst>
          </p:cNvPr>
          <p:cNvSpPr/>
          <p:nvPr/>
        </p:nvSpPr>
        <p:spPr>
          <a:xfrm>
            <a:off x="5169546" y="2114157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fortune_ssnm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employee_no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 num&gt;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 Variables, n=4,867)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67144-9491-97D9-129F-6E445289362A}"/>
              </a:ext>
            </a:extLst>
          </p:cNvPr>
          <p:cNvSpPr/>
          <p:nvPr/>
        </p:nvSpPr>
        <p:spPr>
          <a:xfrm>
            <a:off x="9178128" y="4972834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fortune_acct 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char&gt;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 Variables, n=4,867)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6C523-F02A-61CE-ABCC-5A5C16E23FD9}"/>
              </a:ext>
            </a:extLst>
          </p:cNvPr>
          <p:cNvSpPr/>
          <p:nvPr/>
        </p:nvSpPr>
        <p:spPr>
          <a:xfrm>
            <a:off x="9178128" y="2612511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fortune_acctc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ssn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 num&gt;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(10 Variables, n=4,867)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A88C2-5CF9-D608-73AE-0917722BBEDB}"/>
              </a:ext>
            </a:extLst>
          </p:cNvPr>
          <p:cNvSpPr/>
          <p:nvPr/>
        </p:nvSpPr>
        <p:spPr>
          <a:xfrm>
            <a:off x="9168384" y="1615902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fortune_credit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num&gt;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Variables, n=4,867)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45F02-07FF-EA00-4632-9B876F701877}"/>
              </a:ext>
            </a:extLst>
          </p:cNvPr>
          <p:cNvSpPr/>
          <p:nvPr/>
        </p:nvSpPr>
        <p:spPr>
          <a:xfrm>
            <a:off x="1062897" y="3542595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fortune_master 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employee_no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num&gt;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(34 Variables, n=4,892)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7CA8AD-DFCC-283C-FD8C-B4AABC1DE4A9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354962" y="2421451"/>
            <a:ext cx="922679" cy="1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DFE1B3-1787-AA88-F1A9-061CDB4CA013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10270836" y="3230701"/>
            <a:ext cx="0" cy="1742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1DF9D7-5529-D713-A8E6-A9612996DABA}"/>
              </a:ext>
            </a:extLst>
          </p:cNvPr>
          <p:cNvCxnSpPr>
            <a:stCxn id="4" idx="1"/>
          </p:cNvCxnSpPr>
          <p:nvPr/>
        </p:nvCxnSpPr>
        <p:spPr>
          <a:xfrm flipH="1">
            <a:off x="4272834" y="5281929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9B30F0-E950-245C-0B2F-64A157EE9C46}"/>
              </a:ext>
            </a:extLst>
          </p:cNvPr>
          <p:cNvCxnSpPr/>
          <p:nvPr/>
        </p:nvCxnSpPr>
        <p:spPr>
          <a:xfrm flipH="1">
            <a:off x="4272834" y="4321973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D88E1B-99F9-2086-D465-D4C10510F2F1}"/>
              </a:ext>
            </a:extLst>
          </p:cNvPr>
          <p:cNvCxnSpPr/>
          <p:nvPr/>
        </p:nvCxnSpPr>
        <p:spPr>
          <a:xfrm flipH="1">
            <a:off x="4257963" y="3409790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EDD7D5-CBD1-D801-3A6F-5617634A98B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248313" y="3851690"/>
            <a:ext cx="10245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8875BB-14E5-4A26-64AB-CBA4880284D5}"/>
              </a:ext>
            </a:extLst>
          </p:cNvPr>
          <p:cNvCxnSpPr>
            <a:cxnSpLocks/>
          </p:cNvCxnSpPr>
          <p:nvPr/>
        </p:nvCxnSpPr>
        <p:spPr>
          <a:xfrm flipH="1" flipV="1">
            <a:off x="4257963" y="2421451"/>
            <a:ext cx="14871" cy="2860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53CFE11-BC4E-B763-F948-135F7108CEF5}"/>
              </a:ext>
            </a:extLst>
          </p:cNvPr>
          <p:cNvSpPr txBox="1"/>
          <p:nvPr/>
        </p:nvSpPr>
        <p:spPr>
          <a:xfrm>
            <a:off x="9026883" y="3967098"/>
            <a:ext cx="1385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C00F6E-16AB-42D2-1F11-3244F5071525}"/>
              </a:ext>
            </a:extLst>
          </p:cNvPr>
          <p:cNvCxnSpPr/>
          <p:nvPr/>
        </p:nvCxnSpPr>
        <p:spPr>
          <a:xfrm flipH="1">
            <a:off x="8266545" y="2921606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5DF131-C80F-E4D8-4CE8-5AB748CD8ABE}"/>
              </a:ext>
            </a:extLst>
          </p:cNvPr>
          <p:cNvCxnSpPr/>
          <p:nvPr/>
        </p:nvCxnSpPr>
        <p:spPr>
          <a:xfrm flipH="1">
            <a:off x="8266545" y="1924997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70E632-0535-62EF-A0B1-C08504071950}"/>
              </a:ext>
            </a:extLst>
          </p:cNvPr>
          <p:cNvCxnSpPr>
            <a:cxnSpLocks/>
          </p:cNvCxnSpPr>
          <p:nvPr/>
        </p:nvCxnSpPr>
        <p:spPr>
          <a:xfrm>
            <a:off x="8266545" y="1924997"/>
            <a:ext cx="11096" cy="9966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1A2FDDD-410B-F7C3-E521-E1B699C44EB8}"/>
              </a:ext>
            </a:extLst>
          </p:cNvPr>
          <p:cNvSpPr/>
          <p:nvPr/>
        </p:nvSpPr>
        <p:spPr>
          <a:xfrm>
            <a:off x="5184417" y="4019942"/>
            <a:ext cx="2185416" cy="6181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fortune_hr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employee_no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num&gt;</a:t>
            </a:r>
          </a:p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 Variables, n=4,867)</a:t>
            </a:r>
          </a:p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36D9893-CDF8-B074-8853-02885208DBB2}"/>
              </a:ext>
            </a:extLst>
          </p:cNvPr>
          <p:cNvCxnSpPr/>
          <p:nvPr/>
        </p:nvCxnSpPr>
        <p:spPr>
          <a:xfrm flipH="1">
            <a:off x="4257963" y="2421451"/>
            <a:ext cx="911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82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153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Relational Data Table Structure Diagram (Merging Of Fortune Files)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2</cp:revision>
  <dcterms:created xsi:type="dcterms:W3CDTF">2024-12-04T00:52:41Z</dcterms:created>
  <dcterms:modified xsi:type="dcterms:W3CDTF">2024-12-19T21:51:16Z</dcterms:modified>
</cp:coreProperties>
</file>